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Variáveis e Operadores em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Curso de Python</a:t>
            </a:r>
          </a:p>
          <a:p>
            <a:r>
              <a:t>Tema da Aula: Tipos de Variáveis e Operadores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às Variáveis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Variáveis armazenam dados na memória.</a:t>
            </a:r>
          </a:p>
          <a:p>
            <a:r>
              <a:t>Python possui tipagem dinâmica.</a:t>
            </a:r>
          </a:p>
          <a:p>
            <a:r>
              <a:t>O tipo da variável depende do valor atribuído.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de Variáveis em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nome = 'Maria'</a:t>
            </a:r>
          </a:p>
          <a:p>
            <a:r>
              <a:t>idade = 25</a:t>
            </a:r>
          </a:p>
          <a:p>
            <a:r>
              <a:t>altura = 1.70</a:t>
            </a:r>
          </a:p>
          <a:p>
            <a:r>
              <a:t>type(nome), type(idade), type(altura)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Aritméticos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  Soma</a:t>
            </a:r>
          </a:p>
          <a:p>
            <a:r>
              <a:t>-  Subtração</a:t>
            </a:r>
          </a:p>
          <a:p>
            <a:r>
              <a:t>*  Multiplicação</a:t>
            </a:r>
          </a:p>
          <a:p>
            <a:r>
              <a:t>/  Divisão</a:t>
            </a:r>
          </a:p>
          <a:p>
            <a:r>
              <a:t>// Divisão inteira</a:t>
            </a:r>
          </a:p>
          <a:p>
            <a:r>
              <a:t>%  Resto</a:t>
            </a:r>
          </a:p>
          <a:p>
            <a:r>
              <a:t>** Potência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de Operadores Aritméticos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= 10</a:t>
            </a:r>
          </a:p>
          <a:p>
            <a:r>
              <a:t>b = 3</a:t>
            </a:r>
          </a:p>
          <a:p>
            <a:r>
              <a:t>a + b</a:t>
            </a:r>
          </a:p>
          <a:p>
            <a:r>
              <a:t>a - b</a:t>
            </a:r>
          </a:p>
          <a:p>
            <a:r>
              <a:t>a * b</a:t>
            </a:r>
          </a:p>
          <a:p>
            <a:r>
              <a:t>a /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Relacionais (Comparação)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== Igual</a:t>
            </a:r>
          </a:p>
          <a:p>
            <a:r>
              <a:t>!= Diferente</a:t>
            </a:r>
          </a:p>
          <a:p>
            <a:r>
              <a:t>&gt;  Maior que</a:t>
            </a:r>
          </a:p>
          <a:p>
            <a:r>
              <a:t>&lt;  Menor que</a:t>
            </a:r>
          </a:p>
          <a:p>
            <a:r>
              <a:t>&gt;= Maior ou igual</a:t>
            </a:r>
          </a:p>
          <a:p>
            <a:r>
              <a:t>&lt;= Menor ou igual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Lógicos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  → E lógico</a:t>
            </a:r>
          </a:p>
          <a:p>
            <a:r>
              <a:t>or   → OU lógico</a:t>
            </a:r>
          </a:p>
          <a:p>
            <a:r>
              <a:t>not  → Negação</a:t>
            </a:r>
          </a:p>
          <a:p>
            <a:r>
              <a:t>Usados para combinar expressões booleanas.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de Atribuição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  Atribuição</a:t>
            </a:r>
          </a:p>
          <a:p>
            <a:r>
              <a:t>+= Soma e atribui</a:t>
            </a:r>
          </a:p>
          <a:p>
            <a:r>
              <a:t>-= Subtrai e atribui</a:t>
            </a:r>
          </a:p>
          <a:p>
            <a:r>
              <a:t>*= Multiplica e atribui</a:t>
            </a:r>
          </a:p>
          <a:p>
            <a:r>
              <a:t>/= Divide e atribui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de Identidade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     → verifica se duas variáveis apontam para o mesmo objeto</a:t>
            </a:r>
          </a:p>
          <a:p>
            <a:r>
              <a:t>is not  → verifica se apontam para objetos diferentes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de Associação (Membership)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     → verifica se um valor está em uma sequência</a:t>
            </a:r>
          </a:p>
          <a:p>
            <a:r>
              <a:t>not in  → verifica se um valor não está na sequência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Casting (Conversão de Tipos)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int()   → converte para inteiro</a:t>
            </a:r>
          </a:p>
          <a:p>
            <a:r>
              <a:t>float() → converte para número decimal</a:t>
            </a:r>
          </a:p>
          <a:p>
            <a:r>
              <a:t>str()   → converte para texto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de Conversão de Tipos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numero = '10'</a:t>
            </a:r>
          </a:p>
          <a:p>
            <a:r>
              <a:t>numero_int = int(numero)</a:t>
            </a:r>
          </a:p>
          <a:p/>
          <a:p>
            <a:r>
              <a:t>valor = '3.14'</a:t>
            </a:r>
          </a:p>
          <a:p>
            <a:r>
              <a:t>valor_float = float(valor)</a:t>
            </a:r>
          </a:p>
          <a:p/>
          <a:p>
            <a:r>
              <a:t>idade = 25</a:t>
            </a:r>
          </a:p>
          <a:p>
            <a:r>
              <a:t>texto = str(idade)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Variáveis em Python</a:t>
            </a:r>
          </a:p>
          <a:p>
            <a:r>
              <a:t>Operadores aritméticos</a:t>
            </a:r>
          </a:p>
          <a:p>
            <a:r>
              <a:t>Operadores relacionais</a:t>
            </a:r>
          </a:p>
          <a:p>
            <a:r>
              <a:t>Operadores lógicos</a:t>
            </a:r>
          </a:p>
          <a:p>
            <a:r>
              <a:t>Operadores de atribuição</a:t>
            </a:r>
          </a:p>
          <a:p>
            <a:r>
              <a:t>Operadores de identidade e associação</a:t>
            </a:r>
          </a:p>
          <a:p>
            <a:r>
              <a:t>Conversão de tipos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